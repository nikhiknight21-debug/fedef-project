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5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4CAD2-E5F2-424C-BC45-7FDC9B499EF0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EBAC3-C960-4220-B92D-6FA435FB9F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860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4CAD2-E5F2-424C-BC45-7FDC9B499EF0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EBAC3-C960-4220-B92D-6FA435FB9F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247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4CAD2-E5F2-424C-BC45-7FDC9B499EF0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EBAC3-C960-4220-B92D-6FA435FB9F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120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4CAD2-E5F2-424C-BC45-7FDC9B499EF0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EBAC3-C960-4220-B92D-6FA435FB9F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483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4CAD2-E5F2-424C-BC45-7FDC9B499EF0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EBAC3-C960-4220-B92D-6FA435FB9F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92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4CAD2-E5F2-424C-BC45-7FDC9B499EF0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EBAC3-C960-4220-B92D-6FA435FB9F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469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4CAD2-E5F2-424C-BC45-7FDC9B499EF0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EBAC3-C960-4220-B92D-6FA435FB9F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575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4CAD2-E5F2-424C-BC45-7FDC9B499EF0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EBAC3-C960-4220-B92D-6FA435FB9F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823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4CAD2-E5F2-424C-BC45-7FDC9B499EF0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EBAC3-C960-4220-B92D-6FA435FB9F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440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4CAD2-E5F2-424C-BC45-7FDC9B499EF0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EBAC3-C960-4220-B92D-6FA435FB9F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807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4CAD2-E5F2-424C-BC45-7FDC9B499EF0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EBAC3-C960-4220-B92D-6FA435FB9F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548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84CAD2-E5F2-424C-BC45-7FDC9B499EF0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3EBAC3-C960-4220-B92D-6FA435FB9F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572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413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, AI generate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, AI generated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38"/>
            <a:ext cx="12191999" cy="6850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764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081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2409825"/>
            <a:ext cx="5374640" cy="2263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45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539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5508" y="6133746"/>
            <a:ext cx="638264" cy="52394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5508" y="6133746"/>
            <a:ext cx="207372" cy="280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412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4192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Grizli777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Sai</dc:creator>
  <cp:lastModifiedBy>chandra nikhilesh</cp:lastModifiedBy>
  <cp:revision>14</cp:revision>
  <dcterms:created xsi:type="dcterms:W3CDTF">2026-05-10T13:42:15Z</dcterms:created>
  <dcterms:modified xsi:type="dcterms:W3CDTF">2026-06-20T03:40:09Z</dcterms:modified>
</cp:coreProperties>
</file>